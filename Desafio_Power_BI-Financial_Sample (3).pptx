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Vendas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Preço Médio de Venda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de Vendas por Ano, Mês e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de Profit por Country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de Profit por Ano e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de Sales por Country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Vendas e Unidades Vendidas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1811d530-ba84-47c5-bc17-3238b3a37137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2831aa06beae4af9" /><Relationship Type="http://schemas.openxmlformats.org/officeDocument/2006/relationships/slideLayout" Target="/ppt/slideLayouts/slideLayout8.xml" Id="Ra352833606a143f8" /><Relationship Type="http://schemas.openxmlformats.org/officeDocument/2006/relationships/hyperlink" Target="https://app.powerbi.com/groups/me/reports/1811d530-ba84-47c5-bc17-3238b3a37137/?pbi_source=PowerPoint" TargetMode="External" Id="RelId0" /><Relationship Type="http://schemas.openxmlformats.org/officeDocument/2006/relationships/image" Target="/ppt/media/image4.png" Id="imgId5396498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226b2afa79ed4caf" /><Relationship Type="http://schemas.openxmlformats.org/officeDocument/2006/relationships/slideLayout" Target="/ppt/slideLayouts/slideLayout8.xml" Id="R56aea3c860bb4d0e" /><Relationship Type="http://schemas.openxmlformats.org/officeDocument/2006/relationships/hyperlink" Target="https://app.powerbi.com/groups/me/reports/1811d530-ba84-47c5-bc17-3238b3a37137/?pbi_source=PowerPoint" TargetMode="External" Id="RelId1" /><Relationship Type="http://schemas.openxmlformats.org/officeDocument/2006/relationships/image" Target="/ppt/media/image5.png" Id="imgId5396498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5b9044f42f3d4fd1" /><Relationship Type="http://schemas.openxmlformats.org/officeDocument/2006/relationships/slideLayout" Target="/ppt/slideLayouts/slideLayout8.xml" Id="Rdb13643e1bd2462f" /><Relationship Type="http://schemas.openxmlformats.org/officeDocument/2006/relationships/hyperlink" Target="https://app.powerbi.com/groups/me/reports/1811d530-ba84-47c5-bc17-3238b3a37137/?pbi_source=PowerPoint" TargetMode="External" Id="RelId2" /><Relationship Type="http://schemas.openxmlformats.org/officeDocument/2006/relationships/image" Target="/ppt/media/image6.png" Id="imgId539050813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Desafio_Power_BI-Financial_Sample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10/10/2026 12:59:49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10/8/2026 12:16:07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Vendas por Produto ,Preço Médio de Venda por Produto ,Soma de Vendas por Ano, Mês e Segmento ,slicer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3964984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Produtos e Segmento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Soma de Profit por Country ,cardVisual ,cardVisual ,Soma de Profit por Ano e Mês ,Soma de Sales por Country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3964985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Países e Lucro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Vendas e Unidades Vendidas por País ,Lucro por País ,Lucro por Segmento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390508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Mapas e Lucro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